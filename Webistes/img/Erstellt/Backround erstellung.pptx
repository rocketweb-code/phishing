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55" y="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698EF-5306-1CAC-2DBC-156B49B51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F153B9-1328-B673-4D54-BA39B3C90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EF95A7-83E0-6C5E-5233-EA8AB1E1C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E75CED-BFD2-366A-7127-98DDACCA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34A20D-2722-2C28-7541-BE6865A2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67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78211-C7FA-9605-5124-937D9B5A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A3BBE7-8416-77B9-70FD-F29EE807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6F275F-1005-E1F8-D84A-7703256C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72CEFB-2327-2A0C-4059-BEC60712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84BE37-BECE-F00D-DA32-4FC75447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76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E65A0-06E7-5E94-CB64-1CC4786F3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07D00A-DF4B-D755-3C9E-C3AA65CA1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81C1D-CF71-04C7-37A4-49AB9CF83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49D1D5-490C-1C48-4C39-9137C310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549208-706C-C8A0-E71C-CAFCE330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54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D7B8E-0881-0BBA-9EF5-3511F4DE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5D5D4B-5248-9CCC-5966-2A9DC5F20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C98AD-3537-D647-5732-DBF49F1BC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0450CA-D8FA-B5D5-2DB5-97C61B87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252463-3EE3-8C3F-D293-2B1162E6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AEC4F0-3200-9FE2-B226-A342886D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47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B476B-49D5-957C-D039-C0DA2A32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C4A35C-48DB-F94A-2FD4-BB83890D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B1EFA9-5FD2-076A-4105-C49B75E4C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CBC3EEF-EACF-2F46-5893-7D480376F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F8A2267-D6A1-28D3-A23A-DD91CD6CC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EB73708-4B98-1265-8A05-B8246CBF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CB43901-F06D-3720-85A6-060D9743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768404-4C54-2D02-F010-76DB850F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39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A164B2-9142-C316-1424-CA744299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52986A-A7B0-F592-EF2A-C8EB50B4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D9063E-8F2D-E50C-EB63-769B680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E833C6-0541-5F5A-57B9-1A9BA554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29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69E1BD-6E59-BC93-18BD-343138FC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8226EC-CC9A-3A3C-D748-D3BE09B4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9BFF9E-39C4-ADEC-0173-E575EEAD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589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B4E00-46C5-4011-148E-EDBB6976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25D51F-CE48-609D-34B1-B3C6FB5F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3A1A78-D5A8-CC5A-45BE-59B4EE75B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8AACEA-8718-2C83-5503-B809E7F2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2FF91A-7FDE-089C-FFEF-7034E090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C616D7-A184-709B-9657-9E0619A8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60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78F10-FAF2-4CDB-1539-676630E1F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6309CD2-F154-8B3A-0FA0-37663CE61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560ADD-9A0A-3126-E634-B00CCD7F1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6E7A02-548B-16D3-5024-906ADAA9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B53B2D-1D10-D0BB-5767-1761EE26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A49624-05E8-C228-206E-0CA95E38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63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4701A-9AFD-04EB-C953-1371BE7C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F57218-79CA-75DD-2401-3C136FF48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6B2467-3FE1-33D4-A942-D0EB59636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C84A30-BA53-3EA0-6B4F-2BAB5717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5D997E-B1B8-694E-2E5B-4AB1D98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473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22FFD6-759F-792B-3626-B247943FF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3E8B1A-8689-1D29-92E7-3E0197C8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7657B2-5646-2A19-5A2B-70087AA0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92E42E-0169-2D04-1B2B-64E13C52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A2DB77-B06F-6599-67BF-BEB3A2F2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78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2AA2B8-FAF8-1687-EE92-38390871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54FC4C-24A8-5417-3FFB-743E8D312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9BD2DB-7CB3-64CC-6E7E-E0F8A62A0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B9F7E-AD67-4A13-A2C6-17E230379C8E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B635F7-3723-4383-8AB9-B77837DD4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47C210-599D-0464-410A-DD8858A61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37977-F988-43EF-91FD-1D86BC0CED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333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6000">
              <a:schemeClr val="tx2">
                <a:lumMod val="50000"/>
                <a:lumOff val="50000"/>
              </a:schemeClr>
            </a:gs>
            <a:gs pos="0">
              <a:schemeClr val="accent1">
                <a:lumMod val="45000"/>
                <a:lumOff val="55000"/>
              </a:schemeClr>
            </a:gs>
            <a:gs pos="7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0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2">
                <a:lumMod val="50000"/>
                <a:lumOff val="5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18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tx2">
                <a:lumMod val="50000"/>
                <a:lumOff val="50000"/>
              </a:schemeClr>
            </a:gs>
            <a:gs pos="5000">
              <a:schemeClr val="tx2">
                <a:lumMod val="25000"/>
                <a:lumOff val="75000"/>
              </a:schemeClr>
            </a:gs>
            <a:gs pos="82000">
              <a:schemeClr val="tx2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52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5000">
              <a:schemeClr val="tx2">
                <a:lumMod val="75000"/>
                <a:lumOff val="25000"/>
              </a:schemeClr>
            </a:gs>
            <a:gs pos="37000">
              <a:srgbClr val="6495C3"/>
            </a:gs>
            <a:gs pos="5000">
              <a:schemeClr val="tx2">
                <a:lumMod val="25000"/>
                <a:lumOff val="75000"/>
              </a:schemeClr>
            </a:gs>
            <a:gs pos="29000">
              <a:schemeClr val="tx2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90242-1E68-4030-DDDE-DA30FD04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91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tx2">
                <a:lumMod val="50000"/>
                <a:lumOff val="50000"/>
              </a:schemeClr>
            </a:gs>
            <a:gs pos="5000">
              <a:schemeClr val="tx2">
                <a:lumMod val="50000"/>
                <a:lumOff val="50000"/>
              </a:schemeClr>
            </a:gs>
            <a:gs pos="82000">
              <a:schemeClr val="tx2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DAC95-7F86-735E-F202-E55B5EEC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87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Julius Ferdinand Knapp</dc:creator>
  <cp:lastModifiedBy>Julius Ferdinand Knapp</cp:lastModifiedBy>
  <cp:revision>4</cp:revision>
  <dcterms:created xsi:type="dcterms:W3CDTF">2025-11-25T17:03:19Z</dcterms:created>
  <dcterms:modified xsi:type="dcterms:W3CDTF">2025-12-08T17:12:17Z</dcterms:modified>
</cp:coreProperties>
</file>